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C65F9-8CDE-519F-3C04-487354FA2F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0D1B48-26B7-44D1-34E9-F47A7D16D3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161A47-B96C-C70E-FDE4-8F4DF1B3E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987F6-2EFC-744A-9E25-1B5F3199EFC2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EEFA68-EC3F-CB44-16CC-5768BF7FB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75BF35-7B68-6672-3E1D-07C300291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51BE3-2248-F44F-9BA0-C72408888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603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176E1-8655-CFBC-B094-6A77AF85C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226A2-FC33-FFF0-B827-6EC2EF00A1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98FF6C-8C5F-3961-5714-1D779A0CC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987F6-2EFC-744A-9E25-1B5F3199EFC2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32B930-E3BC-2C87-D92C-C552CC2C0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3F4E8-70D0-C48B-4E26-5990337BC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51BE3-2248-F44F-9BA0-C72408888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931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388C4-A330-2614-8EFC-05A5C3FB6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F239AA-AFB4-7FF6-487F-19CF5FA9D6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8D4B56-1069-1142-453E-1600D9276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987F6-2EFC-744A-9E25-1B5F3199EFC2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326BE-94C1-0AE3-1F14-CEE997ADA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462830-3FCB-BD5B-7FD4-F9E38C01C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51BE3-2248-F44F-9BA0-C72408888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582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B5DEF-8DB5-2EC4-27AB-7FCCB78B5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1B73F-4709-1DC7-367A-1C6B66A0A4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6B6993-8EEC-8DCB-223C-384CE25581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BF313D-1C1C-E9B7-30E2-D2689C1AE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987F6-2EFC-744A-9E25-1B5F3199EFC2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E05562-CC20-7033-3BBE-E3557829C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CA3C6E-ACB6-16B5-E62D-93733C184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51BE3-2248-F44F-9BA0-C72408888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08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032D3-7DE6-2AB4-7821-5ADB56BF9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4CD05E-304A-594B-D843-87B0C3AB93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7B083A-7C84-A0C3-090E-2BBB9B3F51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466030-B226-65A8-8FD5-24F2AA2331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5FDABE-3F29-6CDC-106F-7FD5D04BE1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7CCA92-BBEE-09D0-38A6-DB69A3A49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987F6-2EFC-744A-9E25-1B5F3199EFC2}" type="datetimeFigureOut">
              <a:rPr lang="en-US" smtClean="0"/>
              <a:t>4/15/26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C72EC2-EF43-942C-272A-36692EE8F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0E7-F72C-586C-19BA-60C08CAE3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51BE3-2248-F44F-9BA0-C72408888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495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37C03-F0AA-C422-6066-02BF08177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D85194-37BC-2978-28D9-807B861DA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987F6-2EFC-744A-9E25-1B5F3199EFC2}" type="datetimeFigureOut">
              <a:rPr lang="en-US" smtClean="0"/>
              <a:t>4/15/26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D7AC90-737D-A0AB-1697-AA2929D4B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CA60CA-5D5C-7EFB-ED8D-564D96F1F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51BE3-2248-F44F-9BA0-C72408888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210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87474E-F885-4DE0-1544-6B07C516C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987F6-2EFC-744A-9E25-1B5F3199EFC2}" type="datetimeFigureOut">
              <a:rPr lang="en-US" smtClean="0"/>
              <a:t>4/15/26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4470C5-7740-4A76-4844-2E94A5468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C330A-1579-0FB7-0B78-B7E0A82F8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51BE3-2248-F44F-9BA0-C72408888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343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03CAE-89D3-373D-E4F7-EAC0CED23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E5279-CEA6-DBD1-FADE-F69B12301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C8140D-6F45-023C-E24F-5356B8C26D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746B00-86CE-5AB6-90C5-C8B9135CE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987F6-2EFC-744A-9E25-1B5F3199EFC2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84627F-57E3-1510-BF2B-3603795A7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E93BC9-D75D-A5AC-3F1C-39AB6BBC9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51BE3-2248-F44F-9BA0-C72408888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30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75704-D5D0-9E31-7FC6-6A155E2F6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725032-4023-FEE5-C646-FA504FBB96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06F494-FBA1-1F93-4D2B-5DC82A8CD9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83EB51-56B6-2057-73DF-DEBC1B3F1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987F6-2EFC-744A-9E25-1B5F3199EFC2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2EA62B-91DD-0654-23B0-807E82BA9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832B8F-0AB5-3997-D334-C5434920D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51BE3-2248-F44F-9BA0-C72408888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21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0125A-8191-96BA-B709-DA2A3AE68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B35F01-B8A0-2B40-BCD0-99762E9F77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68EC87-A1FF-B5C3-8372-AE583EB60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987F6-2EFC-744A-9E25-1B5F3199EFC2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3A7902-AADD-0D03-07DC-7C32835E2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AB4AE9-0ABB-F028-344F-7CD2DB8E6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51BE3-2248-F44F-9BA0-C72408888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81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AFF021-9D4C-68DA-9097-8FE313E9F3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A5D058-EA18-F023-BFAC-F88DF21A4E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94969-4276-C741-A1FB-2126BA638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987F6-2EFC-744A-9E25-1B5F3199EFC2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F2D75-A17D-B27F-93A6-1890667CF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684B0-CFF5-5F2E-71C7-F6408EBEB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51BE3-2248-F44F-9BA0-C72408888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174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8B03FE-A51B-9B0D-9A57-8EC0EEB97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3B8DB6-4686-28C5-112A-F3D802635B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8BEF3-52D9-44C0-ABD3-8C4009D4F1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0987F6-2EFC-744A-9E25-1B5F3199EFC2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1B219-A1BF-A96F-9EC0-746BA7A164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89F267-A942-3164-3F76-9F77ADAE57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A51BE3-2248-F44F-9BA0-C72408888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957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099F566-F1FB-F0E5-29E0-09E7B6DDF6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3607" y="3169569"/>
            <a:ext cx="1765300" cy="4445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A04E0F5-7B2D-DDF6-E8B5-EC1205CD9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0842" y="3169569"/>
            <a:ext cx="1765300" cy="4445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1F62F0C-F832-F3F7-B4DC-E1754E479D30}"/>
              </a:ext>
            </a:extLst>
          </p:cNvPr>
          <p:cNvSpPr txBox="1"/>
          <p:nvPr/>
        </p:nvSpPr>
        <p:spPr>
          <a:xfrm>
            <a:off x="0" y="0"/>
            <a:ext cx="468761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u="sng" dirty="0"/>
              <a:t>Datacenter L2 Fabric</a:t>
            </a:r>
          </a:p>
          <a:p>
            <a:endParaRPr lang="en-US" sz="2000" u="sng" dirty="0"/>
          </a:p>
          <a:p>
            <a:r>
              <a:rPr lang="en-US" sz="2000" dirty="0"/>
              <a:t>Extend layer 2 connectivity to all datacenter sites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152D586-EBA4-DC3F-4A20-B5A7EC811299}"/>
              </a:ext>
            </a:extLst>
          </p:cNvPr>
          <p:cNvCxnSpPr>
            <a:cxnSpLocks/>
            <a:stCxn id="12" idx="0"/>
          </p:cNvCxnSpPr>
          <p:nvPr/>
        </p:nvCxnSpPr>
        <p:spPr>
          <a:xfrm flipV="1">
            <a:off x="3066257" y="2472063"/>
            <a:ext cx="0" cy="697506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BFE3597B-4C56-A9C2-ACD6-6A0D4A079F4F}"/>
              </a:ext>
            </a:extLst>
          </p:cNvPr>
          <p:cNvSpPr/>
          <p:nvPr/>
        </p:nvSpPr>
        <p:spPr>
          <a:xfrm>
            <a:off x="2235721" y="1997666"/>
            <a:ext cx="1713186" cy="46245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MGMT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66BEB79-D1C0-A92F-FEE6-9DF02B0A48FA}"/>
              </a:ext>
            </a:extLst>
          </p:cNvPr>
          <p:cNvCxnSpPr>
            <a:cxnSpLocks/>
            <a:stCxn id="13" idx="0"/>
            <a:endCxn id="28" idx="4"/>
          </p:cNvCxnSpPr>
          <p:nvPr/>
        </p:nvCxnSpPr>
        <p:spPr>
          <a:xfrm flipV="1">
            <a:off x="9193492" y="2460121"/>
            <a:ext cx="0" cy="709448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1A8BAB13-BC73-935C-E466-5A2E890D9E70}"/>
              </a:ext>
            </a:extLst>
          </p:cNvPr>
          <p:cNvSpPr/>
          <p:nvPr/>
        </p:nvSpPr>
        <p:spPr>
          <a:xfrm>
            <a:off x="8336899" y="1997666"/>
            <a:ext cx="1713186" cy="46245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MGMT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10ED07F-1CFB-E728-F071-18EEF854AFE8}"/>
              </a:ext>
            </a:extLst>
          </p:cNvPr>
          <p:cNvCxnSpPr>
            <a:cxnSpLocks/>
            <a:stCxn id="25" idx="1"/>
            <a:endCxn id="26" idx="0"/>
          </p:cNvCxnSpPr>
          <p:nvPr/>
        </p:nvCxnSpPr>
        <p:spPr>
          <a:xfrm flipH="1">
            <a:off x="3092314" y="1087323"/>
            <a:ext cx="1790836" cy="910343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B6CFC20-4C86-CDA6-FB20-DC2FB506189E}"/>
              </a:ext>
            </a:extLst>
          </p:cNvPr>
          <p:cNvCxnSpPr>
            <a:cxnSpLocks/>
            <a:stCxn id="25" idx="3"/>
            <a:endCxn id="28" idx="0"/>
          </p:cNvCxnSpPr>
          <p:nvPr/>
        </p:nvCxnSpPr>
        <p:spPr>
          <a:xfrm>
            <a:off x="7308850" y="1087323"/>
            <a:ext cx="1884642" cy="910343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373074A0-613E-EF27-4EAA-38AEB3BED70E}"/>
              </a:ext>
            </a:extLst>
          </p:cNvPr>
          <p:cNvSpPr/>
          <p:nvPr/>
        </p:nvSpPr>
        <p:spPr>
          <a:xfrm>
            <a:off x="444364" y="3169567"/>
            <a:ext cx="1713186" cy="444501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EQ Chicago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583A8EDE-64C0-7F3F-F93A-87F9BA210184}"/>
              </a:ext>
            </a:extLst>
          </p:cNvPr>
          <p:cNvSpPr/>
          <p:nvPr/>
        </p:nvSpPr>
        <p:spPr>
          <a:xfrm>
            <a:off x="10102199" y="3169568"/>
            <a:ext cx="1713186" cy="444501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EQ Ashburn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04800BE9-45BB-ECC9-36A0-45CD422541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3350" y="5650862"/>
            <a:ext cx="1765300" cy="444500"/>
          </a:xfrm>
          <a:prstGeom prst="rect">
            <a:avLst/>
          </a:prstGeom>
        </p:spPr>
      </p:pic>
      <p:sp>
        <p:nvSpPr>
          <p:cNvPr id="46" name="Oval 45">
            <a:extLst>
              <a:ext uri="{FF2B5EF4-FFF2-40B4-BE49-F238E27FC236}">
                <a16:creationId xmlns:a16="http://schemas.microsoft.com/office/drawing/2014/main" id="{DEF53D9B-9507-5BC9-2573-D8135E511745}"/>
              </a:ext>
            </a:extLst>
          </p:cNvPr>
          <p:cNvSpPr/>
          <p:nvPr/>
        </p:nvSpPr>
        <p:spPr>
          <a:xfrm>
            <a:off x="5239407" y="6176378"/>
            <a:ext cx="1713186" cy="44450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DC Grand Rapids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0A890512-5AD2-0443-8792-D46086E3790F}"/>
              </a:ext>
            </a:extLst>
          </p:cNvPr>
          <p:cNvSpPr/>
          <p:nvPr/>
        </p:nvSpPr>
        <p:spPr>
          <a:xfrm>
            <a:off x="4883150" y="3197772"/>
            <a:ext cx="2425700" cy="6822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Fiber / Wave / DIA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25EE96F9-BC10-3450-8798-B7882DC0875E}"/>
              </a:ext>
            </a:extLst>
          </p:cNvPr>
          <p:cNvCxnSpPr>
            <a:cxnSpLocks/>
            <a:stCxn id="12" idx="3"/>
            <a:endCxn id="47" idx="2"/>
          </p:cNvCxnSpPr>
          <p:nvPr/>
        </p:nvCxnSpPr>
        <p:spPr>
          <a:xfrm>
            <a:off x="3948907" y="3391819"/>
            <a:ext cx="934243" cy="147078"/>
          </a:xfrm>
          <a:prstGeom prst="line">
            <a:avLst/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ECD0F20-FB43-60BB-A6DA-DB9E750E1B1F}"/>
              </a:ext>
            </a:extLst>
          </p:cNvPr>
          <p:cNvCxnSpPr>
            <a:cxnSpLocks/>
            <a:stCxn id="13" idx="1"/>
            <a:endCxn id="47" idx="6"/>
          </p:cNvCxnSpPr>
          <p:nvPr/>
        </p:nvCxnSpPr>
        <p:spPr>
          <a:xfrm flipH="1">
            <a:off x="7308850" y="3391819"/>
            <a:ext cx="1001992" cy="147078"/>
          </a:xfrm>
          <a:prstGeom prst="line">
            <a:avLst/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95D77F59-6E54-15F2-3476-F7D58D8601AF}"/>
              </a:ext>
            </a:extLst>
          </p:cNvPr>
          <p:cNvCxnSpPr>
            <a:cxnSpLocks/>
            <a:stCxn id="45" idx="0"/>
            <a:endCxn id="47" idx="4"/>
          </p:cNvCxnSpPr>
          <p:nvPr/>
        </p:nvCxnSpPr>
        <p:spPr>
          <a:xfrm flipV="1">
            <a:off x="6096000" y="3880022"/>
            <a:ext cx="0" cy="1770840"/>
          </a:xfrm>
          <a:prstGeom prst="line">
            <a:avLst/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B4FE02B6-6CE9-4D55-6215-3799823CE42D}"/>
              </a:ext>
            </a:extLst>
          </p:cNvPr>
          <p:cNvSpPr/>
          <p:nvPr/>
        </p:nvSpPr>
        <p:spPr>
          <a:xfrm>
            <a:off x="3014354" y="5650862"/>
            <a:ext cx="1713186" cy="46245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MGMT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DA30551B-1328-745E-E56D-85B8E519F7D3}"/>
              </a:ext>
            </a:extLst>
          </p:cNvPr>
          <p:cNvCxnSpPr>
            <a:cxnSpLocks/>
            <a:endCxn id="67" idx="0"/>
          </p:cNvCxnSpPr>
          <p:nvPr/>
        </p:nvCxnSpPr>
        <p:spPr>
          <a:xfrm flipH="1">
            <a:off x="3870947" y="1542494"/>
            <a:ext cx="1066929" cy="4108368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8368D878-A72C-9FAB-323B-BD4D34B940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3150" y="433273"/>
            <a:ext cx="2425700" cy="1308100"/>
          </a:xfrm>
          <a:prstGeom prst="rect">
            <a:avLst/>
          </a:prstGeom>
        </p:spPr>
      </p:pic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1B44862D-9E72-0194-739C-A82ED6FAD39E}"/>
              </a:ext>
            </a:extLst>
          </p:cNvPr>
          <p:cNvCxnSpPr>
            <a:cxnSpLocks/>
            <a:stCxn id="67" idx="6"/>
            <a:endCxn id="45" idx="1"/>
          </p:cNvCxnSpPr>
          <p:nvPr/>
        </p:nvCxnSpPr>
        <p:spPr>
          <a:xfrm flipV="1">
            <a:off x="4727540" y="5873112"/>
            <a:ext cx="485810" cy="8978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0566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B852D-C0C0-352F-44A2-A1E6DF048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2C0A1A6-2CF7-924B-47C7-ECC4AAE4C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3607" y="4598974"/>
            <a:ext cx="1765300" cy="4445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3D5AF84-1045-8D61-F4CE-B813C67DA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0842" y="4598974"/>
            <a:ext cx="1765300" cy="444500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0B5826A-731E-4EA5-3EEC-6495A71ED254}"/>
              </a:ext>
            </a:extLst>
          </p:cNvPr>
          <p:cNvCxnSpPr/>
          <p:nvPr/>
        </p:nvCxnSpPr>
        <p:spPr>
          <a:xfrm>
            <a:off x="3948907" y="4651524"/>
            <a:ext cx="4361935" cy="0"/>
          </a:xfrm>
          <a:prstGeom prst="line">
            <a:avLst/>
          </a:prstGeom>
          <a:ln w="635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A0FCC78-93C6-2F52-519E-B1D73797C0EB}"/>
              </a:ext>
            </a:extLst>
          </p:cNvPr>
          <p:cNvCxnSpPr/>
          <p:nvPr/>
        </p:nvCxnSpPr>
        <p:spPr>
          <a:xfrm>
            <a:off x="3948907" y="5010511"/>
            <a:ext cx="4361935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36823C3-D752-91F7-F4F3-16E933A42289}"/>
              </a:ext>
            </a:extLst>
          </p:cNvPr>
          <p:cNvCxnSpPr/>
          <p:nvPr/>
        </p:nvCxnSpPr>
        <p:spPr>
          <a:xfrm>
            <a:off x="3948907" y="4758364"/>
            <a:ext cx="4361935" cy="0"/>
          </a:xfrm>
          <a:prstGeom prst="line">
            <a:avLst/>
          </a:prstGeom>
          <a:ln w="635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20691DD-CC16-1E90-E712-06315752E54B}"/>
              </a:ext>
            </a:extLst>
          </p:cNvPr>
          <p:cNvSpPr txBox="1"/>
          <p:nvPr/>
        </p:nvSpPr>
        <p:spPr>
          <a:xfrm>
            <a:off x="0" y="0"/>
            <a:ext cx="468761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u="sng" dirty="0"/>
              <a:t>DF Dark Fiber Redundancy Use Case</a:t>
            </a:r>
          </a:p>
          <a:p>
            <a:endParaRPr lang="en-US" sz="2000" u="sng" dirty="0"/>
          </a:p>
          <a:p>
            <a:r>
              <a:rPr lang="en-US" sz="2000" dirty="0"/>
              <a:t>Failover to a backup dark fiber link when the primary dark fiber link is out of service or has bad SLA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E141827-E626-2DD2-4E94-3DC3C285B3F8}"/>
              </a:ext>
            </a:extLst>
          </p:cNvPr>
          <p:cNvCxnSpPr>
            <a:cxnSpLocks/>
            <a:stCxn id="12" idx="0"/>
          </p:cNvCxnSpPr>
          <p:nvPr/>
        </p:nvCxnSpPr>
        <p:spPr>
          <a:xfrm flipV="1">
            <a:off x="3066257" y="3901468"/>
            <a:ext cx="0" cy="6975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123AC76E-3673-4B48-3AB0-59692E413F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3150" y="801135"/>
            <a:ext cx="2425700" cy="1308100"/>
          </a:xfrm>
          <a:prstGeom prst="rect">
            <a:avLst/>
          </a:prstGeom>
        </p:spPr>
      </p:pic>
      <p:sp>
        <p:nvSpPr>
          <p:cNvPr id="26" name="Oval 25">
            <a:extLst>
              <a:ext uri="{FF2B5EF4-FFF2-40B4-BE49-F238E27FC236}">
                <a16:creationId xmlns:a16="http://schemas.microsoft.com/office/drawing/2014/main" id="{D2F09DA0-E002-B358-1036-708134F6CEF2}"/>
              </a:ext>
            </a:extLst>
          </p:cNvPr>
          <p:cNvSpPr/>
          <p:nvPr/>
        </p:nvSpPr>
        <p:spPr>
          <a:xfrm>
            <a:off x="2235721" y="3427071"/>
            <a:ext cx="1713186" cy="46245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MGMT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4D097E0-A27C-31BE-970E-934BF6612E81}"/>
              </a:ext>
            </a:extLst>
          </p:cNvPr>
          <p:cNvCxnSpPr>
            <a:cxnSpLocks/>
            <a:stCxn id="13" idx="0"/>
            <a:endCxn id="28" idx="4"/>
          </p:cNvCxnSpPr>
          <p:nvPr/>
        </p:nvCxnSpPr>
        <p:spPr>
          <a:xfrm flipV="1">
            <a:off x="9193492" y="3889526"/>
            <a:ext cx="0" cy="7094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79719F90-BB00-B85B-1533-EBF66DE6E08E}"/>
              </a:ext>
            </a:extLst>
          </p:cNvPr>
          <p:cNvSpPr/>
          <p:nvPr/>
        </p:nvSpPr>
        <p:spPr>
          <a:xfrm>
            <a:off x="8336899" y="3427071"/>
            <a:ext cx="1713186" cy="46245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MGMT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393A13E-F275-73A6-3AA7-8A3AA4EE201A}"/>
              </a:ext>
            </a:extLst>
          </p:cNvPr>
          <p:cNvCxnSpPr>
            <a:cxnSpLocks/>
            <a:stCxn id="25" idx="1"/>
            <a:endCxn id="26" idx="0"/>
          </p:cNvCxnSpPr>
          <p:nvPr/>
        </p:nvCxnSpPr>
        <p:spPr>
          <a:xfrm flipH="1">
            <a:off x="3092314" y="1455185"/>
            <a:ext cx="1790836" cy="1971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AD9C2BA-C7BC-703B-6B5C-C5E373069828}"/>
              </a:ext>
            </a:extLst>
          </p:cNvPr>
          <p:cNvCxnSpPr>
            <a:cxnSpLocks/>
            <a:stCxn id="25" idx="3"/>
            <a:endCxn id="28" idx="0"/>
          </p:cNvCxnSpPr>
          <p:nvPr/>
        </p:nvCxnSpPr>
        <p:spPr>
          <a:xfrm>
            <a:off x="7308850" y="1455185"/>
            <a:ext cx="1884642" cy="1971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9ECE3F6-E307-A794-912C-32FD54C42901}"/>
              </a:ext>
            </a:extLst>
          </p:cNvPr>
          <p:cNvCxnSpPr/>
          <p:nvPr/>
        </p:nvCxnSpPr>
        <p:spPr>
          <a:xfrm>
            <a:off x="3942375" y="4910764"/>
            <a:ext cx="4361935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3B8B5C0-A24F-4396-ED98-15357EA6037F}"/>
              </a:ext>
            </a:extLst>
          </p:cNvPr>
          <p:cNvSpPr txBox="1"/>
          <p:nvPr/>
        </p:nvSpPr>
        <p:spPr>
          <a:xfrm>
            <a:off x="2699915" y="4858808"/>
            <a:ext cx="719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highlight>
                  <a:srgbClr val="FFFF00"/>
                </a:highlight>
              </a:rPr>
              <a:t>DC-A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BA17DF-43B8-6114-C33F-43DB8C9DF515}"/>
              </a:ext>
            </a:extLst>
          </p:cNvPr>
          <p:cNvSpPr txBox="1"/>
          <p:nvPr/>
        </p:nvSpPr>
        <p:spPr>
          <a:xfrm>
            <a:off x="8832078" y="4866840"/>
            <a:ext cx="722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highlight>
                  <a:srgbClr val="FFFF00"/>
                </a:highlight>
              </a:rPr>
              <a:t>DC-B</a:t>
            </a:r>
          </a:p>
        </p:txBody>
      </p:sp>
    </p:spTree>
    <p:extLst>
      <p:ext uri="{BB962C8B-B14F-4D97-AF65-F5344CB8AC3E}">
        <p14:creationId xmlns:p14="http://schemas.microsoft.com/office/powerpoint/2010/main" val="42412742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397</TotalTime>
  <Words>57</Words>
  <Application>Microsoft Macintosh PowerPoint</Application>
  <PresentationFormat>Widescreen</PresentationFormat>
  <Paragraphs>17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Woody Acosta</dc:creator>
  <cp:lastModifiedBy>Woody Acosta</cp:lastModifiedBy>
  <cp:revision>2</cp:revision>
  <dcterms:created xsi:type="dcterms:W3CDTF">2026-04-15T13:20:53Z</dcterms:created>
  <dcterms:modified xsi:type="dcterms:W3CDTF">2026-04-15T19:58:12Z</dcterms:modified>
</cp:coreProperties>
</file>