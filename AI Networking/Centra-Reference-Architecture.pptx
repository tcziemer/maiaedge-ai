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4572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Calibri"/>
              </a:rPr>
              <a:t>MaiaEdge Architecture for Centra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11480"/>
            <a:ext cx="1143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Portland is the external fabric on-ramp hub. Wave exits the right side of Portland and runs up to the Equinix Fabric.</a:t>
            </a:r>
          </a:p>
        </p:txBody>
      </p:sp>
      <p:sp>
        <p:nvSpPr>
          <p:cNvPr id="4" name="Rectangle 3"/>
          <p:cNvSpPr/>
          <p:nvPr/>
        </p:nvSpPr>
        <p:spPr>
          <a:xfrm>
            <a:off x="7251192" y="2313432"/>
            <a:ext cx="2871216" cy="1499616"/>
          </a:xfrm>
          <a:prstGeom prst="rect">
            <a:avLst/>
          </a:prstGeom>
          <a:noFill/>
          <a:ln w="31750">
            <a:solidFill>
              <a:srgbClr val="6A1B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0" y="685800"/>
            <a:ext cx="27432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60520" y="731520"/>
            <a:ext cx="777240" cy="201168"/>
          </a:xfrm>
          <a:prstGeom prst="rect">
            <a:avLst/>
          </a:prstGeom>
          <a:solidFill>
            <a:srgbClr val="FFF59D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111111"/>
                </a:solidFill>
                <a:latin typeface="Calibri"/>
              </a:rPr>
              <a:t>Minneapolis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83480" y="1005840"/>
            <a:ext cx="1005840" cy="228600"/>
          </a:xfrm>
          <a:prstGeom prst="rect">
            <a:avLst/>
          </a:prstGeom>
          <a:solidFill>
            <a:srgbClr val="2C2C2C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9784" y="1051560"/>
            <a:ext cx="164592" cy="137160"/>
          </a:xfrm>
          <a:prstGeom prst="rect">
            <a:avLst/>
          </a:prstGeom>
          <a:noFill/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78424" y="1051560"/>
            <a:ext cx="164592" cy="137160"/>
          </a:xfrm>
          <a:prstGeom prst="rect">
            <a:avLst/>
          </a:prstGeom>
          <a:noFill/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83480" y="1234440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11111"/>
                </a:solidFill>
                <a:latin typeface="Calibri"/>
              </a:rPr>
              <a:t>MaiaEdge PBC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435607"/>
            <a:ext cx="1005840" cy="201168"/>
          </a:xfrm>
          <a:prstGeom prst="rect">
            <a:avLst/>
          </a:prstGeom>
          <a:solidFill>
            <a:srgbClr val="3A3A3A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38344" y="1490472"/>
            <a:ext cx="82296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43500" y="1490472"/>
            <a:ext cx="82296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48656" y="1490472"/>
            <a:ext cx="82296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53812" y="1490472"/>
            <a:ext cx="82296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50408" y="1490472"/>
            <a:ext cx="164592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51576" y="1490472"/>
            <a:ext cx="164592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83480" y="1636775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11111"/>
                </a:solidFill>
                <a:latin typeface="Calibri"/>
              </a:rPr>
              <a:t>DC Switch</a:t>
            </a:r>
          </a:p>
        </p:txBody>
      </p:sp>
      <p:sp>
        <p:nvSpPr>
          <p:cNvPr id="19" name="Oval 18"/>
          <p:cNvSpPr/>
          <p:nvPr/>
        </p:nvSpPr>
        <p:spPr>
          <a:xfrm>
            <a:off x="4297680" y="1399032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027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09359" y="1399032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027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60520" y="1783080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Calibri"/>
              </a:rPr>
              <a:t>DC Router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199" y="1783080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Calibri"/>
              </a:rPr>
              <a:t>DIA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4663440" y="1536192"/>
            <a:ext cx="320040" cy="45720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  <a:endCxn id="20" idx="1"/>
          </p:cNvCxnSpPr>
          <p:nvPr/>
        </p:nvCxnSpPr>
        <p:spPr>
          <a:xfrm>
            <a:off x="5989320" y="1120140"/>
            <a:ext cx="373603" cy="332456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74320" y="2377440"/>
            <a:ext cx="27432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2423160"/>
            <a:ext cx="777240" cy="201168"/>
          </a:xfrm>
          <a:prstGeom prst="rect">
            <a:avLst/>
          </a:prstGeom>
          <a:solidFill>
            <a:srgbClr val="FFF59D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111111"/>
                </a:solidFill>
                <a:latin typeface="Calibri"/>
              </a:rPr>
              <a:t>Reno-1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2697480"/>
            <a:ext cx="1005840" cy="228600"/>
          </a:xfrm>
          <a:prstGeom prst="rect">
            <a:avLst/>
          </a:prstGeom>
          <a:solidFill>
            <a:srgbClr val="2C2C2C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289304" y="2743200"/>
            <a:ext cx="164592" cy="137160"/>
          </a:xfrm>
          <a:prstGeom prst="rect">
            <a:avLst/>
          </a:prstGeom>
          <a:noFill/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837943" y="2743200"/>
            <a:ext cx="164592" cy="137160"/>
          </a:xfrm>
          <a:prstGeom prst="rect">
            <a:avLst/>
          </a:prstGeom>
          <a:noFill/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43000" y="2926080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11111"/>
                </a:solidFill>
                <a:latin typeface="Calibri"/>
              </a:rPr>
              <a:t>MaiaEdge PBC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3127248"/>
            <a:ext cx="1005840" cy="201168"/>
          </a:xfrm>
          <a:prstGeom prst="rect">
            <a:avLst/>
          </a:prstGeom>
          <a:solidFill>
            <a:srgbClr val="3A3A3A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197864" y="3182112"/>
            <a:ext cx="82296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303020" y="3182112"/>
            <a:ext cx="82296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408176" y="3182112"/>
            <a:ext cx="82296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513332" y="3182112"/>
            <a:ext cx="82296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709928" y="3182112"/>
            <a:ext cx="164592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911095" y="3182112"/>
            <a:ext cx="164592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43000" y="3328416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11111"/>
                </a:solidFill>
                <a:latin typeface="Calibri"/>
              </a:rPr>
              <a:t>DC Switch</a:t>
            </a:r>
          </a:p>
        </p:txBody>
      </p:sp>
      <p:sp>
        <p:nvSpPr>
          <p:cNvPr id="39" name="Oval 38"/>
          <p:cNvSpPr/>
          <p:nvPr/>
        </p:nvSpPr>
        <p:spPr>
          <a:xfrm>
            <a:off x="457200" y="3090672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027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468879" y="3090672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027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0040" y="3474720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Calibri"/>
              </a:rPr>
              <a:t>DC Router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3474720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Calibri"/>
              </a:rPr>
              <a:t>DIA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822960" y="3227832"/>
            <a:ext cx="320040" cy="45720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cxnSpLocks/>
            <a:endCxn id="40" idx="1"/>
          </p:cNvCxnSpPr>
          <p:nvPr/>
        </p:nvCxnSpPr>
        <p:spPr>
          <a:xfrm>
            <a:off x="2148840" y="2811780"/>
            <a:ext cx="373603" cy="332456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7315200" y="2377440"/>
            <a:ext cx="27432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235440" y="2423160"/>
            <a:ext cx="777240" cy="201168"/>
          </a:xfrm>
          <a:prstGeom prst="rect">
            <a:avLst/>
          </a:prstGeom>
          <a:solidFill>
            <a:srgbClr val="FFF59D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111111"/>
                </a:solidFill>
                <a:latin typeface="Calibri"/>
              </a:rPr>
              <a:t>Portland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83879" y="2697480"/>
            <a:ext cx="1005840" cy="228600"/>
          </a:xfrm>
          <a:prstGeom prst="rect">
            <a:avLst/>
          </a:prstGeom>
          <a:solidFill>
            <a:srgbClr val="2C2C2C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330183" y="2743200"/>
            <a:ext cx="164592" cy="137160"/>
          </a:xfrm>
          <a:prstGeom prst="rect">
            <a:avLst/>
          </a:prstGeom>
          <a:noFill/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878824" y="2743200"/>
            <a:ext cx="164592" cy="137160"/>
          </a:xfrm>
          <a:prstGeom prst="rect">
            <a:avLst/>
          </a:prstGeom>
          <a:noFill/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83879" y="2926080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11111"/>
                </a:solidFill>
                <a:latin typeface="Calibri"/>
              </a:rPr>
              <a:t>MaiaEdge PBC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83879" y="3127248"/>
            <a:ext cx="1005840" cy="201168"/>
          </a:xfrm>
          <a:prstGeom prst="rect">
            <a:avLst/>
          </a:prstGeom>
          <a:solidFill>
            <a:srgbClr val="3A3A3A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238744" y="3182112"/>
            <a:ext cx="82296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343900" y="3182112"/>
            <a:ext cx="82296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449056" y="3182112"/>
            <a:ext cx="82296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554212" y="3182112"/>
            <a:ext cx="82296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750807" y="3182112"/>
            <a:ext cx="164592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951976" y="3182112"/>
            <a:ext cx="164592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3328416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11111"/>
                </a:solidFill>
                <a:latin typeface="Calibri"/>
              </a:rPr>
              <a:t>DC Switch</a:t>
            </a:r>
          </a:p>
        </p:txBody>
      </p:sp>
      <p:sp>
        <p:nvSpPr>
          <p:cNvPr id="59" name="Oval 58"/>
          <p:cNvSpPr/>
          <p:nvPr/>
        </p:nvSpPr>
        <p:spPr>
          <a:xfrm>
            <a:off x="9509760" y="3090672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027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7498079" y="3090672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027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372600" y="3474720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Calibri"/>
              </a:rPr>
              <a:t>DC Router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60919" y="3474720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Calibri"/>
              </a:rPr>
              <a:t>DIA</a:t>
            </a:r>
          </a:p>
        </p:txBody>
      </p:sp>
      <p:cxnSp>
        <p:nvCxnSpPr>
          <p:cNvPr id="63" name="Connector 62"/>
          <p:cNvCxnSpPr>
            <a:cxnSpLocks/>
            <a:stCxn id="59" idx="2"/>
          </p:cNvCxnSpPr>
          <p:nvPr/>
        </p:nvCxnSpPr>
        <p:spPr>
          <a:xfrm flipH="1" flipV="1">
            <a:off x="9189719" y="3259836"/>
            <a:ext cx="320041" cy="13716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>
            <a:cxnSpLocks/>
            <a:stCxn id="47" idx="1"/>
            <a:endCxn id="60" idx="7"/>
          </p:cNvCxnSpPr>
          <p:nvPr/>
        </p:nvCxnSpPr>
        <p:spPr>
          <a:xfrm flipH="1">
            <a:off x="7810275" y="2811780"/>
            <a:ext cx="373604" cy="332456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1737360" y="4297680"/>
            <a:ext cx="27432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783080" y="4343400"/>
            <a:ext cx="777240" cy="201168"/>
          </a:xfrm>
          <a:prstGeom prst="rect">
            <a:avLst/>
          </a:prstGeom>
          <a:solidFill>
            <a:srgbClr val="FFF59D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111111"/>
                </a:solidFill>
                <a:latin typeface="Calibri"/>
              </a:rPr>
              <a:t>Reno-2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06039" y="4617720"/>
            <a:ext cx="1005840" cy="228600"/>
          </a:xfrm>
          <a:prstGeom prst="rect">
            <a:avLst/>
          </a:prstGeom>
          <a:solidFill>
            <a:srgbClr val="2C2C2C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2752344" y="4663440"/>
            <a:ext cx="164592" cy="137160"/>
          </a:xfrm>
          <a:prstGeom prst="rect">
            <a:avLst/>
          </a:prstGeom>
          <a:noFill/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3300983" y="4663440"/>
            <a:ext cx="164592" cy="137160"/>
          </a:xfrm>
          <a:prstGeom prst="rect">
            <a:avLst/>
          </a:prstGeom>
          <a:noFill/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606039" y="4846320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11111"/>
                </a:solidFill>
                <a:latin typeface="Calibri"/>
              </a:rPr>
              <a:t>MaiaEdge PBC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06039" y="5047488"/>
            <a:ext cx="1005840" cy="201168"/>
          </a:xfrm>
          <a:prstGeom prst="rect">
            <a:avLst/>
          </a:prstGeom>
          <a:solidFill>
            <a:srgbClr val="3A3A3A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660903" y="5102352"/>
            <a:ext cx="82296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2766060" y="5102352"/>
            <a:ext cx="82296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871215" y="5102352"/>
            <a:ext cx="82296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2976372" y="5102352"/>
            <a:ext cx="82296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3172968" y="5102352"/>
            <a:ext cx="164592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3374135" y="5102352"/>
            <a:ext cx="164592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606039" y="5248656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11111"/>
                </a:solidFill>
                <a:latin typeface="Calibri"/>
              </a:rPr>
              <a:t>DC Switch</a:t>
            </a:r>
          </a:p>
        </p:txBody>
      </p:sp>
      <p:sp>
        <p:nvSpPr>
          <p:cNvPr id="79" name="Oval 78"/>
          <p:cNvSpPr/>
          <p:nvPr/>
        </p:nvSpPr>
        <p:spPr>
          <a:xfrm>
            <a:off x="1920240" y="5010912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027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3931920" y="5010912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027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783080" y="5394960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Calibri"/>
              </a:rPr>
              <a:t>DC Router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94759" y="5394960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Calibri"/>
              </a:rPr>
              <a:t>DIA</a:t>
            </a:r>
          </a:p>
        </p:txBody>
      </p:sp>
      <p:cxnSp>
        <p:nvCxnSpPr>
          <p:cNvPr id="83" name="Connector 82"/>
          <p:cNvCxnSpPr/>
          <p:nvPr/>
        </p:nvCxnSpPr>
        <p:spPr>
          <a:xfrm flipV="1">
            <a:off x="2286000" y="5148072"/>
            <a:ext cx="320039" cy="45720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>
            <a:cxnSpLocks/>
            <a:endCxn id="80" idx="1"/>
          </p:cNvCxnSpPr>
          <p:nvPr/>
        </p:nvCxnSpPr>
        <p:spPr>
          <a:xfrm>
            <a:off x="3611879" y="4732020"/>
            <a:ext cx="373605" cy="332456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5212080" y="4297680"/>
            <a:ext cx="27432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7132319" y="4343400"/>
            <a:ext cx="777240" cy="201168"/>
          </a:xfrm>
          <a:prstGeom prst="rect">
            <a:avLst/>
          </a:prstGeom>
          <a:solidFill>
            <a:srgbClr val="FFF59D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111111"/>
                </a:solidFill>
                <a:latin typeface="Calibri"/>
              </a:rPr>
              <a:t>Charlotte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080760" y="4617720"/>
            <a:ext cx="1005840" cy="228600"/>
          </a:xfrm>
          <a:prstGeom prst="rect">
            <a:avLst/>
          </a:prstGeom>
          <a:solidFill>
            <a:srgbClr val="2C2C2C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227064" y="4663440"/>
            <a:ext cx="164592" cy="137160"/>
          </a:xfrm>
          <a:prstGeom prst="rect">
            <a:avLst/>
          </a:prstGeom>
          <a:noFill/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775704" y="4663440"/>
            <a:ext cx="164592" cy="137160"/>
          </a:xfrm>
          <a:prstGeom prst="rect">
            <a:avLst/>
          </a:prstGeom>
          <a:noFill/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080760" y="4846320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11111"/>
                </a:solidFill>
                <a:latin typeface="Calibri"/>
              </a:rPr>
              <a:t>MaiaEdge PBC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080760" y="5047488"/>
            <a:ext cx="1005840" cy="201168"/>
          </a:xfrm>
          <a:prstGeom prst="rect">
            <a:avLst/>
          </a:prstGeom>
          <a:solidFill>
            <a:srgbClr val="3A3A3A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6135624" y="5102352"/>
            <a:ext cx="82296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6240780" y="5102352"/>
            <a:ext cx="82296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345936" y="5102352"/>
            <a:ext cx="82296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6451092" y="5102352"/>
            <a:ext cx="82296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647688" y="5102352"/>
            <a:ext cx="164592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848856" y="5102352"/>
            <a:ext cx="164592" cy="91440"/>
          </a:xfrm>
          <a:prstGeom prst="rect">
            <a:avLst/>
          </a:prstGeom>
          <a:solidFill>
            <a:srgbClr val="666666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080760" y="5248656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11111"/>
                </a:solidFill>
                <a:latin typeface="Calibri"/>
              </a:rPr>
              <a:t>DC Switch</a:t>
            </a:r>
          </a:p>
        </p:txBody>
      </p:sp>
      <p:sp>
        <p:nvSpPr>
          <p:cNvPr id="99" name="Oval 98"/>
          <p:cNvSpPr/>
          <p:nvPr/>
        </p:nvSpPr>
        <p:spPr>
          <a:xfrm>
            <a:off x="7406640" y="5010912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027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5394960" y="5010912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027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269479" y="5394960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Calibri"/>
              </a:rPr>
              <a:t>DC Router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257800" y="5394960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Calibri"/>
              </a:rPr>
              <a:t>DIA</a:t>
            </a:r>
          </a:p>
        </p:txBody>
      </p:sp>
      <p:cxnSp>
        <p:nvCxnSpPr>
          <p:cNvPr id="103" name="Connector 102"/>
          <p:cNvCxnSpPr>
            <a:cxnSpLocks/>
            <a:stCxn id="99" idx="2"/>
            <a:endCxn id="91" idx="3"/>
          </p:cNvCxnSpPr>
          <p:nvPr/>
        </p:nvCxnSpPr>
        <p:spPr>
          <a:xfrm flipH="1" flipV="1">
            <a:off x="7086600" y="5148072"/>
            <a:ext cx="320040" cy="45720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>
            <a:cxnSpLocks/>
            <a:stCxn id="87" idx="1"/>
            <a:endCxn id="100" idx="7"/>
          </p:cNvCxnSpPr>
          <p:nvPr/>
        </p:nvCxnSpPr>
        <p:spPr>
          <a:xfrm flipH="1">
            <a:off x="5707156" y="4732020"/>
            <a:ext cx="373604" cy="332456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5029200" y="1764792"/>
            <a:ext cx="1463040" cy="1321308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6126480" y="1764792"/>
            <a:ext cx="365760" cy="1869947"/>
          </a:xfrm>
          <a:prstGeom prst="line">
            <a:avLst/>
          </a:prstGeom>
          <a:ln w="317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2834639" y="3086100"/>
            <a:ext cx="2194561" cy="187452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2834639" y="3273552"/>
            <a:ext cx="3291841" cy="361187"/>
          </a:xfrm>
          <a:prstGeom prst="line">
            <a:avLst/>
          </a:prstGeom>
          <a:ln w="317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 flipV="1">
            <a:off x="5029200" y="3086100"/>
            <a:ext cx="2468879" cy="187452"/>
          </a:xfrm>
          <a:prstGeom prst="line">
            <a:avLst/>
          </a:prstGeom>
          <a:ln w="317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>
            <a:off x="6126480" y="3273552"/>
            <a:ext cx="1371599" cy="361187"/>
          </a:xfrm>
          <a:prstGeom prst="line">
            <a:avLst/>
          </a:prstGeom>
          <a:ln w="317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4114800" y="3086100"/>
            <a:ext cx="914400" cy="1924812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4114800" y="3634739"/>
            <a:ext cx="2011680" cy="1376173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5029200" y="3086100"/>
            <a:ext cx="548640" cy="1924812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5577840" y="3634739"/>
            <a:ext cx="548640" cy="1376173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4389120" y="2697480"/>
            <a:ext cx="1280160" cy="777240"/>
          </a:xfrm>
          <a:prstGeom prst="ellipse">
            <a:avLst/>
          </a:prstGeom>
          <a:solidFill>
            <a:srgbClr val="EF6C00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4389120" y="269748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DIA-1</a:t>
            </a:r>
          </a:p>
        </p:txBody>
      </p:sp>
      <p:sp>
        <p:nvSpPr>
          <p:cNvPr id="117" name="Oval 116"/>
          <p:cNvSpPr/>
          <p:nvPr/>
        </p:nvSpPr>
        <p:spPr>
          <a:xfrm>
            <a:off x="5486400" y="3246120"/>
            <a:ext cx="1280160" cy="777240"/>
          </a:xfrm>
          <a:prstGeom prst="ellipse">
            <a:avLst/>
          </a:prstGeom>
          <a:solidFill>
            <a:srgbClr val="FFB300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5486400" y="324612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DIA-2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058400" y="457200"/>
            <a:ext cx="1920240" cy="1691640"/>
          </a:xfrm>
          <a:prstGeom prst="rect">
            <a:avLst/>
          </a:prstGeom>
          <a:solidFill>
            <a:srgbClr val="F5F5F5"/>
          </a:solidFill>
          <a:ln w="25400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10131552" y="521208"/>
            <a:ext cx="1325880" cy="228600"/>
          </a:xfrm>
          <a:prstGeom prst="rect">
            <a:avLst/>
          </a:prstGeom>
          <a:solidFill>
            <a:srgbClr val="BBDEFB"/>
          </a:solidFill>
          <a:ln w="1270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0D47A1"/>
                </a:solidFill>
                <a:latin typeface="Calibri"/>
              </a:rPr>
              <a:t>External Fabrics</a:t>
            </a:r>
          </a:p>
        </p:txBody>
      </p:sp>
      <p:sp>
        <p:nvSpPr>
          <p:cNvPr id="121" name="Oval 120"/>
          <p:cNvSpPr/>
          <p:nvPr/>
        </p:nvSpPr>
        <p:spPr>
          <a:xfrm>
            <a:off x="10241280" y="841247"/>
            <a:ext cx="1554480" cy="713232"/>
          </a:xfrm>
          <a:prstGeom prst="ellipse">
            <a:avLst/>
          </a:prstGeom>
          <a:solidFill>
            <a:srgbClr val="1976D2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0241280" y="93268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Equinix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241280" y="1207007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Fabric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218420" y="1645920"/>
            <a:ext cx="5029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>
                <a:solidFill>
                  <a:srgbClr val="0D47A1"/>
                </a:solidFill>
                <a:latin typeface="Calibri"/>
              </a:rPr>
              <a:t>AWS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0767060" y="1645920"/>
            <a:ext cx="5029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>
                <a:solidFill>
                  <a:srgbClr val="0D47A1"/>
                </a:solidFill>
                <a:latin typeface="Calibri"/>
              </a:rPr>
              <a:t>Azure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1315700" y="1645920"/>
            <a:ext cx="5029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>
                <a:solidFill>
                  <a:srgbClr val="0D47A1"/>
                </a:solidFill>
                <a:latin typeface="Calibri"/>
              </a:rPr>
              <a:t>GCP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424160" y="1892807"/>
            <a:ext cx="11887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>
                <a:solidFill>
                  <a:srgbClr val="0D47A1"/>
                </a:solidFill>
                <a:latin typeface="Calibri"/>
              </a:rPr>
              <a:t>SaaS / Partners</a:t>
            </a:r>
          </a:p>
        </p:txBody>
      </p:sp>
      <p:cxnSp>
        <p:nvCxnSpPr>
          <p:cNvPr id="128" name="Connector 127"/>
          <p:cNvCxnSpPr/>
          <p:nvPr/>
        </p:nvCxnSpPr>
        <p:spPr>
          <a:xfrm flipV="1">
            <a:off x="8961120" y="2286000"/>
            <a:ext cx="0" cy="411480"/>
          </a:xfrm>
          <a:prstGeom prst="line">
            <a:avLst/>
          </a:prstGeom>
          <a:ln w="5080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8961120" y="2148840"/>
            <a:ext cx="1280160" cy="137160"/>
          </a:xfrm>
          <a:prstGeom prst="line">
            <a:avLst/>
          </a:prstGeom>
          <a:ln w="5080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9418320" y="1993392"/>
            <a:ext cx="100584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>
                <a:solidFill>
                  <a:srgbClr val="6A1B9A"/>
                </a:solidFill>
                <a:latin typeface="Calibri"/>
              </a:rPr>
              <a:t>Wave (Portland)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360920" y="2423160"/>
            <a:ext cx="1371600" cy="228600"/>
          </a:xfrm>
          <a:prstGeom prst="rect">
            <a:avLst/>
          </a:prstGeom>
          <a:solidFill>
            <a:srgbClr val="6A1B9A"/>
          </a:solidFill>
          <a:ln w="19050">
            <a:solidFill>
              <a:srgbClr val="4A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EXTERNAL FABRIC HUB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74320" y="5943600"/>
            <a:ext cx="11640312" cy="777240"/>
          </a:xfrm>
          <a:prstGeom prst="rect">
            <a:avLst/>
          </a:prstGeom>
          <a:solidFill>
            <a:srgbClr val="FAFAF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365760" y="598932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Calibri"/>
              </a:rPr>
              <a:t>Legend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1371600" y="6108192"/>
            <a:ext cx="320040" cy="0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1783080" y="601675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Primary DIA mesh path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3886200" y="6108192"/>
            <a:ext cx="320040" cy="0"/>
          </a:xfrm>
          <a:prstGeom prst="line">
            <a:avLst/>
          </a:prstGeom>
          <a:ln w="317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4297680" y="601675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Secondary DIA mesh path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6629400" y="6108192"/>
            <a:ext cx="320040" cy="0"/>
          </a:xfrm>
          <a:prstGeom prst="line">
            <a:avLst/>
          </a:prstGeom>
          <a:ln w="5080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7040880" y="6016752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Wave from Portland to Equinix Fabric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058400" y="6016752"/>
            <a:ext cx="228600" cy="164592"/>
          </a:xfrm>
          <a:prstGeom prst="rect">
            <a:avLst/>
          </a:prstGeom>
          <a:solidFill>
            <a:srgbClr val="6A1B9A"/>
          </a:solidFill>
          <a:ln w="9525">
            <a:solidFill>
              <a:srgbClr val="4A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0378440" y="601675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Hub site (Portland)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371600" y="6272784"/>
            <a:ext cx="228600" cy="164592"/>
          </a:xfrm>
          <a:prstGeom prst="rect">
            <a:avLst/>
          </a:prstGeom>
          <a:solidFill>
            <a:srgbClr val="F5F5F5"/>
          </a:solidFill>
          <a:ln w="95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1691640" y="6272784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External Fabric (Equinix)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65760" y="6492240"/>
            <a:ext cx="1145743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Traffic flow: Minneapolis / Reno-1 / Reno-2 / Charlotte → DIA mesh → Portland → Wave → Equinix Fabric → AWS / Azure / GCP / SaaS. Single on-ramp simplifies cross-connect commercials.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146</Words>
  <Application>Microsoft Macintosh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Tim Ziemer</cp:lastModifiedBy>
  <cp:revision>2</cp:revision>
  <dcterms:created xsi:type="dcterms:W3CDTF">2013-01-27T09:14:16Z</dcterms:created>
  <dcterms:modified xsi:type="dcterms:W3CDTF">2026-05-04T20:52:40Z</dcterms:modified>
  <cp:category/>
</cp:coreProperties>
</file>