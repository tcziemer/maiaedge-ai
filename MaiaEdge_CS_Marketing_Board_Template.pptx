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0"/>
            <a:ext cx="274320" cy="6858000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0"/>
            <a:ext cx="73152" cy="6858000"/>
          </a:xfrm>
          <a:prstGeom prst="rect">
            <a:avLst/>
          </a:prstGeom>
          <a:solidFill>
            <a:srgbClr val="C495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MAIAEDGE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Federated Private Networking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CS &amp; Marketing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Board Report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3520440"/>
            <a:ext cx="4389120" cy="27432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611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Presented by  [Name, Title]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[Month YYYY]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492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EXECUTIVE SUMMARY  |  Customer Success &amp; Marketing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594360"/>
            <a:ext cx="2788920" cy="36576"/>
          </a:xfrm>
          <a:prstGeom prst="rect">
            <a:avLst/>
          </a:prstGeom>
          <a:solidFill>
            <a:srgbClr val="16853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GROSS RETENTION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[XX%]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vs [XX%] prior qtr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72968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10" name="Shape 8"/>
          <p:cNvSpPr/>
          <p:nvPr/>
        </p:nvSpPr>
        <p:spPr>
          <a:xfrm>
            <a:off x="3172968" y="594360"/>
            <a:ext cx="2788920" cy="36576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5CA8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NET RETENTION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10128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[XX%]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[$XXK] expansion ARR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17336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594360"/>
            <a:ext cx="2788920" cy="36576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MARKETING PIPELINE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54496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[$XXK]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54496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[X] MQLs this period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61704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061704" y="594360"/>
            <a:ext cx="2788920" cy="36576"/>
          </a:xfrm>
          <a:prstGeom prst="rect">
            <a:avLst/>
          </a:prstGeom>
          <a:solidFill>
            <a:srgbClr val="FF9300"/>
          </a:solidFill>
          <a:ln/>
        </p:spPr>
      </p:sp>
      <p:sp>
        <p:nvSpPr>
          <p:cNvPr id="21" name="Text 19"/>
          <p:cNvSpPr/>
          <p:nvPr/>
        </p:nvSpPr>
        <p:spPr>
          <a:xfrm>
            <a:off x="9198864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93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WEBSITE SESSIONS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98864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[X,XXX]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98864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[±XX%] vs prior period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1810512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181051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CUSTOMER SUCCESS HIGHLIGHTS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029968"/>
            <a:ext cx="5669280" cy="201168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084832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Retention &amp; Health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[Key retention win or risk this period. One sentence max.]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Expansion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[Expansion deal or upsell milestone. Customer name + ARR.]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Account at Risk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[Any account requiring board awareness. Status + mitigation.]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1810512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810512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MARKETING HIGHLIGHTS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80760" y="2029968"/>
            <a:ext cx="5897880" cy="201168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084832"/>
            <a:ext cx="5532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Top Campaign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[Campaign name + result. E.g. '5 inbound leads from ITW presence.']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Brand / PR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[Key press hit, analyst mention, or LinkedIn milestone.]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[Notable asset published or in-flight. E.g. segment cheat sheet.]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4187952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187952"/>
            <a:ext cx="1184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WATCH ITEMS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4407408"/>
            <a:ext cx="11750040" cy="13716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" y="4407408"/>
            <a:ext cx="54864" cy="1371600"/>
          </a:xfrm>
          <a:prstGeom prst="rect">
            <a:avLst/>
          </a:prstGeom>
          <a:solidFill>
            <a:srgbClr val="FF9300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462272"/>
            <a:ext cx="114757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[Watch item 1: ]</a:t>
            </a:r>
            <a:pPr indent="0" marL="0">
              <a:buNone/>
            </a:pPr>
            <a:r>
              <a:rPr lang="en-US" sz="95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[Brief context.]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[Watch item 2: ]</a:t>
            </a:r>
            <a:pPr indent="0" marL="0">
              <a:buNone/>
            </a:pPr>
            <a:r>
              <a:rPr lang="en-US" sz="95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[Brief context.]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[Watch item 3: ]</a:t>
            </a:r>
            <a:pPr indent="0" marL="0">
              <a:buNone/>
            </a:pPr>
            <a:r>
              <a:rPr lang="en-US" sz="95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[Brief context.]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CUSTOMER SUCCESS  |  Account Health &amp; Status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788920" cy="8229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309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ACTIVE CUSTOMERS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8638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[X]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172968" y="594360"/>
            <a:ext cx="2788920" cy="8229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6309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GRR (GROSS RETENTION)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310128" y="78638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[XX%]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17336" y="594360"/>
            <a:ext cx="2788920" cy="8229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11" name="Text 9"/>
          <p:cNvSpPr/>
          <p:nvPr/>
        </p:nvSpPr>
        <p:spPr>
          <a:xfrm>
            <a:off x="6254496" y="6309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CA8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NRR (NET RETENTION)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54496" y="78638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[XX%]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061704" y="594360"/>
            <a:ext cx="2788920" cy="8229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14" name="Text 12"/>
          <p:cNvSpPr/>
          <p:nvPr/>
        </p:nvSpPr>
        <p:spPr>
          <a:xfrm>
            <a:off x="9198864" y="6309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AVG HEALTH SCORE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198864" y="78638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[X/5]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572768"/>
            <a:ext cx="1165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ACCOUNT STATUS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0512"/>
          <a:ext cx="11750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280160"/>
                <a:gridCol w="1463040"/>
                <a:gridCol w="1280160"/>
                <a:gridCol w="4434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ACCOUNT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ARR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HEALTH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STAGE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RENEWAL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NOTES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HDCO Group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$265K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🟢 Strong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Closed Won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[Mo YYYY]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[Expansion POC underway]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IENTC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$60K+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🟢 Strong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Production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[Mo YYYY]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[Sao Paulo expansion in scoping]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[Account 3]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[$XXK]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[🟡 Mid]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[POC]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[Mo YYYY]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[Notes]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[Account 4]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[$XXK]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[🔴 Risk]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[POC]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[Mo YYYY]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[Risk flag + mitigation]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[Account 5]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[$XXK]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[🟢 Strong]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[Expand]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[Mo YYYY]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[Notes]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228600" y="6309360"/>
            <a:ext cx="1175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🟢 Strong (4-5)   🟡 Monitor (3)   🔴 At Risk (1-2)   Health scored: responsiveness, PBC adoption, engagement, expansion signals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CUSTOMER SUCCESS  |  Retention &amp; Expansion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59436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RETENTION METRICS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669280" cy="256032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961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Gross Revenue Retention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37560" y="877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[XX%]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 accounts renewed | X churned]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353312"/>
            <a:ext cx="5212080" cy="9144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63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Net Revenue Retention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37560" y="1444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[XX%]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1682496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[Expansion offset | Churn impact]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5212080" cy="9144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0299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Churned ARR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37560" y="2011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[$XK]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249424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[Reason: X]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487168"/>
            <a:ext cx="5212080" cy="9144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596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Expansion ARR (realized)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2578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[$XK]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2816352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[From which accounts]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80760" y="594360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594360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EXPANSION PIPELINE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822960"/>
          <a:ext cx="5897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50876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ACCOUNT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ARR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STAGE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CLOSE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HDCO / Movi CPE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$600K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Discovery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[Q3 2026]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HDCO 22x100G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$400K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Quote Provided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[Q3 2026]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IENTC Sao Paulo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$19K+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Quote Provided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[Q2 2026]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[Account]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[$XXK]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[Stage]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[Mo YYYY]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[Account]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[$XXK]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[Stage]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[Mo YYYY]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228600" y="3566160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" y="3566160"/>
            <a:ext cx="1184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CS PRIORITIES THIS PERIOD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28600" y="3794760"/>
            <a:ext cx="3840480" cy="137160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28" name="Shape 25"/>
          <p:cNvSpPr/>
          <p:nvPr/>
        </p:nvSpPr>
        <p:spPr>
          <a:xfrm>
            <a:off x="228600" y="3794760"/>
            <a:ext cx="3840480" cy="36576"/>
          </a:xfrm>
          <a:prstGeom prst="rect">
            <a:avLst/>
          </a:prstGeom>
          <a:solidFill>
            <a:srgbClr val="168532"/>
          </a:solidFill>
          <a:ln/>
        </p:spPr>
      </p:sp>
      <p:sp>
        <p:nvSpPr>
          <p:cNvPr id="29" name="Text 26"/>
          <p:cNvSpPr/>
          <p:nvPr/>
        </p:nvSpPr>
        <p:spPr>
          <a:xfrm>
            <a:off x="338328" y="3858768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Priority 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38328" y="4078224"/>
            <a:ext cx="3621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[E.g. Complete HDCO CPE scoping by end of month]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224528" y="3794760"/>
            <a:ext cx="3840480" cy="137160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32" name="Shape 29"/>
          <p:cNvSpPr/>
          <p:nvPr/>
        </p:nvSpPr>
        <p:spPr>
          <a:xfrm>
            <a:off x="4224528" y="3794760"/>
            <a:ext cx="3840480" cy="36576"/>
          </a:xfrm>
          <a:prstGeom prst="rect">
            <a:avLst/>
          </a:prstGeom>
          <a:solidFill>
            <a:srgbClr val="168532"/>
          </a:solidFill>
          <a:ln/>
        </p:spPr>
      </p:sp>
      <p:sp>
        <p:nvSpPr>
          <p:cNvPr id="33" name="Text 30"/>
          <p:cNvSpPr/>
          <p:nvPr/>
        </p:nvSpPr>
        <p:spPr>
          <a:xfrm>
            <a:off x="4334256" y="3858768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Priority 2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34256" y="4078224"/>
            <a:ext cx="3621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[E.g. Establish Sao Paulo deployment timeline with IENTC]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20456" y="3794760"/>
            <a:ext cx="3840480" cy="137160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36" name="Shape 33"/>
          <p:cNvSpPr/>
          <p:nvPr/>
        </p:nvSpPr>
        <p:spPr>
          <a:xfrm>
            <a:off x="8220456" y="3794760"/>
            <a:ext cx="3840480" cy="36576"/>
          </a:xfrm>
          <a:prstGeom prst="rect">
            <a:avLst/>
          </a:prstGeom>
          <a:solidFill>
            <a:srgbClr val="168532"/>
          </a:solidFill>
          <a:ln/>
        </p:spPr>
      </p:sp>
      <p:sp>
        <p:nvSpPr>
          <p:cNvPr id="37" name="Text 34"/>
          <p:cNvSpPr/>
          <p:nvPr/>
        </p:nvSpPr>
        <p:spPr>
          <a:xfrm>
            <a:off x="8330184" y="3858768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Priority 3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330184" y="4078224"/>
            <a:ext cx="3621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[E.g. QBR scheduled with [Account] to address health risk]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MARKETING  |  Campaigns &amp; Content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788920" cy="8229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594360"/>
            <a:ext cx="2788920" cy="36576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836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CAMPAIGNS ACTIVE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[X]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172968" y="594360"/>
            <a:ext cx="2788920" cy="8229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9" name="Shape 7"/>
          <p:cNvSpPr/>
          <p:nvPr/>
        </p:nvSpPr>
        <p:spPr>
          <a:xfrm>
            <a:off x="3172968" y="594360"/>
            <a:ext cx="2788920" cy="36576"/>
          </a:xfrm>
          <a:prstGeom prst="rect">
            <a:avLst/>
          </a:prstGeom>
          <a:solidFill>
            <a:srgbClr val="FF9300"/>
          </a:solidFill>
          <a:ln/>
        </p:spPr>
      </p:sp>
      <p:sp>
        <p:nvSpPr>
          <p:cNvPr id="10" name="Text 8"/>
          <p:cNvSpPr/>
          <p:nvPr/>
        </p:nvSpPr>
        <p:spPr>
          <a:xfrm>
            <a:off x="3310128" y="65836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93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ASSETS PUBLISHED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10128" y="804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[X]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17336" y="594360"/>
            <a:ext cx="2788920" cy="8229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117336" y="594360"/>
            <a:ext cx="2788920" cy="36576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65836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CA8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EVENTS / PRESENCE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54496" y="804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[X]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061704" y="594360"/>
            <a:ext cx="2788920" cy="8229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17" name="Shape 15"/>
          <p:cNvSpPr/>
          <p:nvPr/>
        </p:nvSpPr>
        <p:spPr>
          <a:xfrm>
            <a:off x="9061704" y="594360"/>
            <a:ext cx="2788920" cy="36576"/>
          </a:xfrm>
          <a:prstGeom prst="rect">
            <a:avLst/>
          </a:prstGeom>
          <a:solidFill>
            <a:srgbClr val="168532"/>
          </a:solidFill>
          <a:ln/>
        </p:spPr>
      </p:sp>
      <p:sp>
        <p:nvSpPr>
          <p:cNvPr id="18" name="Text 16"/>
          <p:cNvSpPr/>
          <p:nvPr/>
        </p:nvSpPr>
        <p:spPr>
          <a:xfrm>
            <a:off x="9198864" y="65836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PIPELINE SOURCED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98864" y="804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[$XXK]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228600" y="1572768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572768"/>
            <a:ext cx="1165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ACTIVE CAMPAIGNS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0512"/>
          <a:ext cx="11750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463040"/>
                <a:gridCol w="5349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CAMPAIGN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CHANNEL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STATUS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RESULTS / KPI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[Campaign 1]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[LinkedIn / Event]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[Live]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[X leads | $XXK pipeline attributed]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[Campaign 2]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[Email / Outbound]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[Live]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[X opens | X replies | X booked]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[Campaign 3]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[Content / SEO]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[Planning]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[Target: X sessions by Mo YYYY]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[Campaign 4]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[PR / Analyst]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[Complete]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[X placements | X mentions]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228600" y="3749040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4" name="Text 21"/>
          <p:cNvSpPr/>
          <p:nvPr/>
        </p:nvSpPr>
        <p:spPr>
          <a:xfrm>
            <a:off x="320040" y="3749040"/>
            <a:ext cx="1165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CONTENT &amp; ASSETS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28600" y="3977640"/>
            <a:ext cx="2834640" cy="155448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26" name="Shape 23"/>
          <p:cNvSpPr/>
          <p:nvPr/>
        </p:nvSpPr>
        <p:spPr>
          <a:xfrm>
            <a:off x="228600" y="3977640"/>
            <a:ext cx="2834640" cy="36576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" y="40416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Published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38328" y="4242816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[Asset title — e.g. Colo Segment Cheat Sheet. Distributed to X prospects.]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18688" y="3977640"/>
            <a:ext cx="2834640" cy="155448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18688" y="3977640"/>
            <a:ext cx="2834640" cy="36576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1" name="Text 28"/>
          <p:cNvSpPr/>
          <p:nvPr/>
        </p:nvSpPr>
        <p:spPr>
          <a:xfrm>
            <a:off x="3328416" y="40416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 Flight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328416" y="4242816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[Asset in progress — e.g. Fiber ICP one-pager. Target: end of month.]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208776" y="3977640"/>
            <a:ext cx="2834640" cy="155448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34" name="Shape 31"/>
          <p:cNvSpPr/>
          <p:nvPr/>
        </p:nvSpPr>
        <p:spPr>
          <a:xfrm>
            <a:off x="6208776" y="3977640"/>
            <a:ext cx="2834640" cy="36576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5" name="Text 32"/>
          <p:cNvSpPr/>
          <p:nvPr/>
        </p:nvSpPr>
        <p:spPr>
          <a:xfrm>
            <a:off x="6318504" y="40416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Event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318504" y="4242816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[Conference / webinar — e.g. ITW Chicago. Booth + 8 meetings booked.]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198864" y="3977640"/>
            <a:ext cx="2834640" cy="155448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38" name="Shape 35"/>
          <p:cNvSpPr/>
          <p:nvPr/>
        </p:nvSpPr>
        <p:spPr>
          <a:xfrm>
            <a:off x="9198864" y="3977640"/>
            <a:ext cx="2834640" cy="36576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9" name="Text 36"/>
          <p:cNvSpPr/>
          <p:nvPr/>
        </p:nvSpPr>
        <p:spPr>
          <a:xfrm>
            <a:off x="9308592" y="40416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Planned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9308592" y="4242816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[Next initiative — e.g. Case study with HDCO pending approval.]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MARKETING  |  Website &amp; Digital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594360"/>
            <a:ext cx="2788920" cy="36576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5CA8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TOTAL SESSIONS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[X,XXX]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[±XX% vs prior period]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72968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10" name="Shape 8"/>
          <p:cNvSpPr/>
          <p:nvPr/>
        </p:nvSpPr>
        <p:spPr>
          <a:xfrm>
            <a:off x="3172968" y="594360"/>
            <a:ext cx="2788920" cy="36576"/>
          </a:xfrm>
          <a:prstGeom prst="rect">
            <a:avLst/>
          </a:prstGeom>
          <a:solidFill>
            <a:srgbClr val="168532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UNIQUE VISITORS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10128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[X,XXX]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[±XX% vs prior period]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17336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594360"/>
            <a:ext cx="2788920" cy="36576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INBOUND LEADS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54496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[XX]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54496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 qualified]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61704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061704" y="594360"/>
            <a:ext cx="2788920" cy="36576"/>
          </a:xfrm>
          <a:prstGeom prst="rect">
            <a:avLst/>
          </a:prstGeom>
          <a:solidFill>
            <a:srgbClr val="FF9300"/>
          </a:solidFill>
          <a:ln/>
        </p:spPr>
      </p:sp>
      <p:sp>
        <p:nvSpPr>
          <p:cNvPr id="21" name="Text 19"/>
          <p:cNvSpPr/>
          <p:nvPr/>
        </p:nvSpPr>
        <p:spPr>
          <a:xfrm>
            <a:off x="9198864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93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AVG SESSION TIME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98864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[X:XX]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98864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[±XX sec]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1783080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17830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TRAFFIC BY SOURCE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011680"/>
            <a:ext cx="5669280" cy="338328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2121408"/>
            <a:ext cx="5486400" cy="3163824"/>
          </a:xfrm>
          <a:prstGeom prst="rect">
            <a:avLst/>
          </a:prstGeom>
          <a:solidFill>
            <a:srgbClr val="ECEADE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2121408"/>
            <a:ext cx="5486400" cy="3163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 INSERT TRAFFIC SOURCE CHART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Organic / Direct / LinkedIn / Referral / Email 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1783080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1783080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TOP PAGES &amp; SEO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011680"/>
          <a:ext cx="58978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  <a:gridCol w="1143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PAGE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SESSIONS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TREND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[Homepage]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[X,XXX]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[↑ XX%]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[Product / PBC]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[XXX]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[↑ XX%]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[Segment page]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[XXX]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[↓ XX%]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[Case study]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[XXX]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[↑ XX%]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[Pricing / Demo]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[XXX]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[new]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080760" y="4069080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3" name="Text 30"/>
          <p:cNvSpPr/>
          <p:nvPr/>
        </p:nvSpPr>
        <p:spPr>
          <a:xfrm>
            <a:off x="6172200" y="4069080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SEO NOTES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080760" y="4297680"/>
            <a:ext cx="5897880" cy="109728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35" name="Text 32"/>
          <p:cNvSpPr/>
          <p:nvPr/>
        </p:nvSpPr>
        <p:spPr>
          <a:xfrm>
            <a:off x="6217920" y="4352544"/>
            <a:ext cx="56235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Target keywords: </a:t>
            </a:r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[carrier ethernet, federated networking, private connectivity]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Ranking movement: </a:t>
            </a:r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 keywords in top 10 | X new page-1 rankings this period]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Backlinks: </a:t>
            </a:r>
            <a:pPr indent="0" marL="0">
              <a:buNone/>
            </a:pPr>
            <a:r>
              <a:rPr lang="en-US" sz="900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 new referring domains]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MARKETING  |  Brand &amp; PR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594360"/>
            <a:ext cx="2788920" cy="36576"/>
          </a:xfrm>
          <a:prstGeom prst="rect">
            <a:avLst/>
          </a:prstGeom>
          <a:solidFill>
            <a:srgbClr val="1C180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PRESS PLACEMENTS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[Publication names]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72968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10" name="Shape 8"/>
          <p:cNvSpPr/>
          <p:nvPr/>
        </p:nvSpPr>
        <p:spPr>
          <a:xfrm>
            <a:off x="3172968" y="594360"/>
            <a:ext cx="2788920" cy="36576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5CA8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LINKEDIN FOLLOWERS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10128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[X,XXX]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[±XX this period]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17336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594360"/>
            <a:ext cx="2788920" cy="36576"/>
          </a:xfrm>
          <a:prstGeom prst="rect">
            <a:avLst/>
          </a:prstGeom>
          <a:solidFill>
            <a:srgbClr val="FF9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93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LINKEDIN IMPRESSIONS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54496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[XX,XXX]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54496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[avg ±XX% reach]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61704" y="594360"/>
            <a:ext cx="2788920" cy="105156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061704" y="594360"/>
            <a:ext cx="2788920" cy="36576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1" name="Text 19"/>
          <p:cNvSpPr/>
          <p:nvPr/>
        </p:nvSpPr>
        <p:spPr>
          <a:xfrm>
            <a:off x="9198864" y="667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ANALYST TOUCHPOINTS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98864" y="850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[X]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98864" y="13075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[firms engaged]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1783080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1783080"/>
            <a:ext cx="1165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PRESS &amp; MEDIA COVERAGE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011680"/>
          <a:ext cx="11750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1097280"/>
                <a:gridCol w="3703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PUBLICATION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HEADLINE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DATE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REACH / NOTES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18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[Publication]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[Headline text]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[Mo DD]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[Reach / context]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[Publication]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[Headline text]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[Mo DD]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[Reach / context]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[Publication]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[Headline text]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[Mo DD]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80D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[Reach / context]</a:t>
                      </a:r>
                      <a:endParaRPr lang="en-US" sz="9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28600" y="3310128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8" name="Text 25"/>
          <p:cNvSpPr/>
          <p:nvPr/>
        </p:nvSpPr>
        <p:spPr>
          <a:xfrm>
            <a:off x="320040" y="331012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LINKEDIN TOP POSTS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28600" y="3538728"/>
            <a:ext cx="5669280" cy="201168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3611880"/>
            <a:ext cx="36576" cy="475488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31" name="Text 28"/>
          <p:cNvSpPr/>
          <p:nvPr/>
        </p:nvSpPr>
        <p:spPr>
          <a:xfrm>
            <a:off x="438912" y="361188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[Post topic — X impressions | X likes | X reposts]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38912" y="3849624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[Key engagement insight or reach note]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20040" y="4206240"/>
            <a:ext cx="36576" cy="475488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34" name="Text 31"/>
          <p:cNvSpPr/>
          <p:nvPr/>
        </p:nvSpPr>
        <p:spPr>
          <a:xfrm>
            <a:off x="438912" y="420624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[Post topic — X impressions | X likes | X reposts]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38912" y="4443984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[Key engagement insight or reach note]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20040" y="4800600"/>
            <a:ext cx="36576" cy="475488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37" name="Text 34"/>
          <p:cNvSpPr/>
          <p:nvPr/>
        </p:nvSpPr>
        <p:spPr>
          <a:xfrm>
            <a:off x="438912" y="48006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[Post topic — X impressions | X likes | X reposts]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38912" y="5038344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89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[Key engagement insight or reach note]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080760" y="3310128"/>
            <a:ext cx="54864" cy="201168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40" name="Text 37"/>
          <p:cNvSpPr/>
          <p:nvPr/>
        </p:nvSpPr>
        <p:spPr>
          <a:xfrm>
            <a:off x="6172200" y="3310128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ANALYST &amp; PARTNER RELATIONS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080760" y="3538728"/>
            <a:ext cx="5897880" cy="2011680"/>
          </a:xfrm>
          <a:prstGeom prst="rect">
            <a:avLst/>
          </a:prstGeom>
          <a:solidFill>
            <a:srgbClr val="F5F4EE"/>
          </a:solidFill>
          <a:ln/>
        </p:spPr>
      </p:sp>
      <p:sp>
        <p:nvSpPr>
          <p:cNvPr id="42" name="Text 39"/>
          <p:cNvSpPr/>
          <p:nvPr/>
        </p:nvSpPr>
        <p:spPr>
          <a:xfrm>
            <a:off x="6217920" y="3639312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Analyst engagement: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6217920" y="38221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[Firm name + outcome. E.g. Dell'Oro briefing — featured in edge networking report.]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217920" y="4233672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Partner co-marketing: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217920" y="44165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[E.g. Accutech Azure Local POC referenced in Microsoft partner program.]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217920" y="4828032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3C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Awards / recognition: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6217920" y="501091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[E.g. Shortlisted for [award]. Announcement expected [date].]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00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90-DAY PRIORITIES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4B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Customer Success &amp; Marketing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94960" cy="5029200"/>
          </a:xfrm>
          <a:prstGeom prst="rect">
            <a:avLst/>
          </a:prstGeom>
          <a:solidFill>
            <a:srgbClr val="221F1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5394960" cy="36576"/>
          </a:xfrm>
          <a:prstGeom prst="rect">
            <a:avLst/>
          </a:prstGeom>
          <a:solidFill>
            <a:srgbClr val="1685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CUSTOMER SUCCESS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[Priority]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4B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[Specific action + owner + deadline]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5029200" cy="9144"/>
          </a:xfrm>
          <a:prstGeom prst="rect">
            <a:avLst/>
          </a:prstGeom>
          <a:solidFill>
            <a:srgbClr val="3A3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[Priority]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28986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4B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[Specific action + owner + deadline]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9144"/>
          </a:xfrm>
          <a:prstGeom prst="rect">
            <a:avLst/>
          </a:prstGeom>
          <a:solidFill>
            <a:srgbClr val="3A372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7490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[Priority]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4B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[Specific action + owner + deadline]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553712"/>
            <a:ext cx="5029200" cy="9144"/>
          </a:xfrm>
          <a:prstGeom prst="rect">
            <a:avLst/>
          </a:prstGeom>
          <a:solidFill>
            <a:srgbClr val="3A372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846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8532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[Priority]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5093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4B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[Specific action + owner + deadline]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1097280"/>
            <a:ext cx="5394960" cy="5029200"/>
          </a:xfrm>
          <a:prstGeom prst="rect">
            <a:avLst/>
          </a:prstGeom>
          <a:solidFill>
            <a:srgbClr val="221F12"/>
          </a:solidFill>
          <a:ln/>
        </p:spPr>
      </p:sp>
      <p:sp>
        <p:nvSpPr>
          <p:cNvPr id="24" name="Shape 22"/>
          <p:cNvSpPr/>
          <p:nvPr/>
        </p:nvSpPr>
        <p:spPr>
          <a:xfrm>
            <a:off x="6035040" y="1097280"/>
            <a:ext cx="5394960" cy="36576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1704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MARKETING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1554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15544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[Priority]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1801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4B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[Specific action + owner + deadline]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2359152"/>
            <a:ext cx="5029200" cy="9144"/>
          </a:xfrm>
          <a:prstGeom prst="rect">
            <a:avLst/>
          </a:prstGeom>
          <a:solidFill>
            <a:srgbClr val="3A3720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66560" y="26517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[Priority]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28986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4B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[Specific action + owner + deadline]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3456432"/>
            <a:ext cx="5029200" cy="9144"/>
          </a:xfrm>
          <a:prstGeom prst="rect">
            <a:avLst/>
          </a:prstGeom>
          <a:solidFill>
            <a:srgbClr val="3A3720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66560" y="37490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[Priority]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4B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[Specific action + owner + deadline]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4553712"/>
            <a:ext cx="5029200" cy="9144"/>
          </a:xfrm>
          <a:prstGeom prst="rect">
            <a:avLst/>
          </a:prstGeom>
          <a:solidFill>
            <a:srgbClr val="3A3720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4846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766560" y="48463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[Priority]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5093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4B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[Specific action + owner + deadline]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6263640"/>
            <a:ext cx="11155680" cy="411480"/>
          </a:xfrm>
          <a:prstGeom prst="rect">
            <a:avLst/>
          </a:prstGeom>
          <a:solidFill>
            <a:srgbClr val="FFC200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62910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BOARD ASKS:  </a:t>
            </a:r>
            <a:pPr indent="0" marL="0">
              <a:buNone/>
            </a:pPr>
            <a:r>
              <a:rPr lang="en-US" sz="950" dirty="0">
                <a:solidFill>
                  <a:srgbClr val="1C180D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[Ask 1 e.g. intro to [target]]   |   [Ask 2 e.g. review of CS health scoring]   |   [Ask 3]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MaiaEdge CS &amp; Marketing Board Report</dc:title>
  <dc:subject>PptxGenJS Presentation</dc:subject>
  <dc:creator>PptxGenJS</dc:creator>
  <cp:lastModifiedBy>PptxGenJS</cp:lastModifiedBy>
  <cp:revision>1</cp:revision>
  <dcterms:created xsi:type="dcterms:W3CDTF">2026-05-11T19:06:13Z</dcterms:created>
  <dcterms:modified xsi:type="dcterms:W3CDTF">2026-05-11T19:06:13Z</dcterms:modified>
</cp:coreProperties>
</file>