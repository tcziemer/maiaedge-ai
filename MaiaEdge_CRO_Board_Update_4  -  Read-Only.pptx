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06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MAIAEDGE  ·  NORTH AMERICA GTM  ·  CRO BOARD UPDATE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PROGRESS TO DATE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Lieto · AVP, North America Sales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is primary focus. Pipeline taking shape. Go-to-market motion getting clear.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560320" cy="132588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$2.84M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NA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36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active deals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103120"/>
            <a:ext cx="2560320" cy="132588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$1.0M+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 expansion*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136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7-figure account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560320" cy="132588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AI/DC deals active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136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Nexus, CyrusOne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2103120"/>
            <a:ext cx="2560320" cy="132588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3544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23544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shipping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31363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pilots in field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50208"/>
            <a:ext cx="5349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187952"/>
            <a:ext cx="73152" cy="73152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41148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7-figure deal closed.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Movi CPE + 100G expansion ($1.0M open) sets the expansion pattern.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599432"/>
            <a:ext cx="73152" cy="73152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hardware in field.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 pilots running across colo, fiber, and MSP segments.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10912"/>
            <a:ext cx="73152" cy="73152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1520" y="49377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diversified.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24 deals across AI/DC, SP, and Enterprise — anchored in 8 AI/DC opps.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422392"/>
            <a:ext cx="73152" cy="73152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" y="5349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AI Ops is working.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Effective campaign results from industry events and look-alike pursuits.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833872"/>
            <a:ext cx="73152" cy="73152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57607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customer meetings held in the last 90 days.</a:t>
            </a: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Sustained activity across pipeline and prospects.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657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BY SEGMENT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3950208"/>
            <a:ext cx="5349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63640" y="41330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 Center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1000" y="4206240"/>
            <a:ext cx="3794760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001000" y="4206240"/>
            <a:ext cx="2694280" cy="201168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001000" y="4416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$2.0M  ·  8 deals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63640" y="4636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01000" y="4709160"/>
            <a:ext cx="3794760" cy="2011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001000" y="4709160"/>
            <a:ext cx="303581" cy="20116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001000" y="4919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$220K  ·  6 deals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5138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01000" y="5212080"/>
            <a:ext cx="3794760" cy="20116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001000" y="5212080"/>
            <a:ext cx="189738" cy="201168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001000" y="5422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$135K  ·  6 deals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63640" y="5641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/ Other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01000" y="5715000"/>
            <a:ext cx="3794760" cy="201168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001000" y="5715000"/>
            <a:ext cx="645109" cy="201168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001000" y="5925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$485K  ·  4 deals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61447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Movi qualifies as both AI/DC and Service Provider ICP — counted once in pipeline view.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MAIAEDGE  ·  NORTH AMERICA GTM  ·  CRO BOARD UPDATE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CURRENT FOCUS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Lieto · AVP, North America Sales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pushing.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AI/DC pilots, build SP momentum, formalize Enterprise.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5052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505200" cy="73152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 Center conversion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$2.0M open · 8 deals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 expansion is the anchor pattern. Nexus and CyrusOne POCs convert next.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361688"/>
            <a:ext cx="64008" cy="64008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297680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 CPE + 22×100G*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$1.0M expansion, qualified to buy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690872"/>
            <a:ext cx="64008" cy="64008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626864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 Centers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$1.0M qualified, POC in execution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5020056"/>
            <a:ext cx="64008" cy="64008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4956048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CyrusOne DFW1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$60K POC, technical validation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5349240"/>
            <a:ext cx="64008" cy="64008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5285232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Centra, Colony Compute, Provocative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pilot stage, 3 logos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3505200" cy="50292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6692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Start 3 POCs · Close 1 deal.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8160" y="2103120"/>
            <a:ext cx="35052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28160" y="2103120"/>
            <a:ext cx="3505200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02480" y="233172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02480" y="260604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 momentum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602480" y="3291840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deals · no anchor yet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02480" y="36118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is healthy; we need a marquee SP win to unlock the segment narrative.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02480" y="4361688"/>
            <a:ext cx="64008" cy="6400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9640" y="4297680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NextHop 5-POP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$105K, presentation stage, APAC + LA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02480" y="4690872"/>
            <a:ext cx="64008" cy="6400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39640" y="4626864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Atlantech Online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presentation stage, regional fiber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02480" y="5020056"/>
            <a:ext cx="64008" cy="6400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39640" y="4956048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Arvig, Flō Networks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first deals, qualified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02480" y="5349240"/>
            <a:ext cx="64008" cy="6400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39640" y="5285232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TBH Texas-based AE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search opens this month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28160" y="5623560"/>
            <a:ext cx="350520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02480" y="56692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Start 3 POCs · Close 1 deal.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107680" y="2103120"/>
            <a:ext cx="35052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107680" y="2103120"/>
            <a:ext cx="3505200" cy="73152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82000" y="233172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03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82000" y="260604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Channel build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8382000" y="3291840"/>
            <a:ext cx="295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work · partner cadence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82000" y="36118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Enterprise ICP this quarter. Sign first two channel partners.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382000" y="4361688"/>
            <a:ext cx="64008" cy="64008"/>
          </a:xfrm>
          <a:prstGeom prst="ellipse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519160" y="4297680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ICP definition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gating Ken's segment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382000" y="4690872"/>
            <a:ext cx="64008" cy="64008"/>
          </a:xfrm>
          <a:prstGeom prst="ellipse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519160" y="4626864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Momentum, ambiFOX, Acuutech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6 deals in flight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82000" y="5020056"/>
            <a:ext cx="64008" cy="64008"/>
          </a:xfrm>
          <a:prstGeom prst="ellipse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519160" y="4956048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partnership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first channel target, $50K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382000" y="5349240"/>
            <a:ext cx="64008" cy="64008"/>
          </a:xfrm>
          <a:prstGeom prst="ellipse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519160" y="5285232"/>
            <a:ext cx="286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cadence</a:t>
            </a: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 partner / month, 6 by EOQ4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107680" y="5623560"/>
            <a:ext cx="3505200" cy="50292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382000" y="56692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1 new channel partner / month · Validate Enterprise PMF.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" y="61447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Movi qualifies as both AI/DC and Service Provider ICP — counted once in pipeline view.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MAIAEDGE  ·  NORTH AMERICA GTM  ·  CRO BOARD UPDATE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6-MONTH OUTLOOK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Lieto · AVP, North America Sales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segments. Three leads. One overlay. Fewer logos, bigger landings.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64240" cy="109728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766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logos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44368"/>
            <a:ext cx="2766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/ bigger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14700" y="2194560"/>
            <a:ext cx="2766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14700" y="269748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4700" y="2944368"/>
            <a:ext cx="2766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 coverage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2194560"/>
            <a:ext cx="2766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80760" y="269748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signed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2944368"/>
            <a:ext cx="2766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month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46820" y="2194560"/>
            <a:ext cx="2766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846820" y="269748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 expansion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46820" y="2944368"/>
            <a:ext cx="27660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 pattern × 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OWNERSHIP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1304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25603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64008" cy="109728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4142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 CENTER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Lieto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4754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focus  ·  8 logos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977640"/>
            <a:ext cx="25603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83280" y="3977640"/>
            <a:ext cx="64008" cy="10972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11880" y="4142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11880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TBH (Texas)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11880" y="4754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focus  ·  4 logos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977640"/>
            <a:ext cx="25603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17920" y="3977640"/>
            <a:ext cx="64008" cy="109728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4142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Cunningham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6520" y="4754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focus  ·  3 logos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52560" y="3977640"/>
            <a:ext cx="25603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052560" y="3977640"/>
            <a:ext cx="64008" cy="109728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281160" y="4142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81160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Lieto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81160" y="4754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focus  ·  6 partners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OF THE BOARD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64184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8640" y="5852160"/>
            <a:ext cx="365760" cy="365760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585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51560" y="5806440"/>
            <a:ext cx="300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TBH TX hire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51560" y="6099048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Texas-based AE, carrier/fiber background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28160" y="5852160"/>
            <a:ext cx="365760" cy="365760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328160" y="585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831080" y="5806440"/>
            <a:ext cx="300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BDR hire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831080" y="6099048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Top-of-funnel coverage to feed three segment leads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07680" y="5852160"/>
            <a:ext cx="365760" cy="365760"/>
          </a:xfrm>
          <a:prstGeom prst="ellipse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107680" y="585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610600" y="5806440"/>
            <a:ext cx="300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Field Engineer hire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610600" y="6099048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to the Nexus Data Center opportunity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671</Words>
  <Application>Microsoft Macintosh PowerPoint</Application>
  <PresentationFormat>Widescreen</PresentationFormat>
  <Paragraphs>112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MaiaEdge North America GTM — CRO Board Update</dc:title>
  <dc:subject>PptxGenJS Presentation</dc:subject>
  <dc:creator>Tim Lieto</dc:creator>
  <cp:lastModifiedBy>Tim Ziemer</cp:lastModifiedBy>
  <cp:revision>1</cp:revision>
  <dcterms:created xsi:type="dcterms:W3CDTF">2026-05-09T18:51:28Z</dcterms:created>
  <dcterms:modified xsi:type="dcterms:W3CDTF">2026-05-11T12:28:33Z</dcterms:modified>
</cp:coreProperties>
</file>